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5ED0-564C-FD3B-E4A2-74AA50209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574B8-95B6-976D-DDAF-AE4A3F944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42603-5D9D-F76D-3E53-1D67795E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52925-C52A-5C49-DBC9-7D543B4E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5A4CB-9146-DFBA-D909-93C063A5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95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C444-CC52-47DC-E79D-6F0E76E7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DBA5-C295-7212-165D-7E6DD39D6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C4609-0D5E-0A69-282B-71FC0571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B072-9FF1-73CE-DCE0-C7BF5B2F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A6916-EEBC-2AA9-1FF3-CA976B00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35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4303-D4A9-EED5-5A5B-6823F0E2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A84F1-35B3-31E2-6669-0265E71D2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31B5D-D0AA-E645-8BDD-5BB8ADF1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EDDC0-22B0-360F-0FDB-5E116D3A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E1C3-C063-94F6-A1B1-B906250B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9D7F-2B4C-160D-6830-DFE7729C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CA0C1-E973-2158-3660-6966517E2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6CB6D-967B-2315-9061-B887166BA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E7E24-E354-BFC8-C4CC-87CBA48B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F1B74-15F4-67CC-2F29-202CACE4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2AC9D-07A7-312C-C881-12934F21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5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5A96-A8DF-8797-FB57-002A1013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C50B8-8CEF-88C7-E8D1-D5B8FDA8C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B9BD1-A016-40E1-F38B-68CF1FBE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6EC7FF-1601-A805-0899-CFBAD4B7B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E7391-42B6-20FB-3D2A-D9D9CBF78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56D22B-2D74-DA86-C809-D940F0C3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56E922-001C-DDCC-E2AE-2A37A9D7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AFE8C7-1507-F03D-E7F8-C6304301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7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C090-44F1-5317-0403-62961A77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9B38D-3030-3A7B-74FD-15D7C52F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51B04-12B1-63EC-7089-56899FD6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5EF47-FDF7-5173-85BE-003FB849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1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DA139F-DB78-32FF-A2BB-68329C0F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8AC5A-D520-42E1-F63E-551E6522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18CA7-9DC4-573B-E62C-15A91D26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9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5823-111C-A0ED-1D3B-989DA05EE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1697C-D0A2-E342-E299-BCC7E7877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BA6B3-8FA9-4FBA-E4B8-4FB7E3D8E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C8619-B4A3-0364-E818-4A316B5A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8C7CE-4E28-858B-2DE9-B6B3D7ED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C89D7-4F9A-3025-A9B5-589B2A8D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9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EB09-8973-9AB2-47AA-47D1DF30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4DD897-AA58-DE7F-8C48-771B43D34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F15FE-D441-1360-2DD1-BCE3CDD8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35DC0-BDEE-D589-D30F-55836BD0E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AC136-D0E9-680D-FC67-7A2CCB3A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F49A9-26B2-1A60-A327-F8CE956A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8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723E-D0F7-7212-22FD-D72559187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A41C3-6D52-5D64-A047-F42496C72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9BFD0-FBBF-86FF-8F63-E28F53A59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CCD8F-020F-AEC4-9ADC-99FD7AB2E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37180-D996-CF64-1AB1-CFA90FD7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31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DB1582-CD01-CEB0-0B76-A70EFE669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7B21D-FB9A-B5B1-61FA-837DA3398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32774-C2AE-BAC3-E735-E25411C78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C54AB-D3E2-4FB9-6DBC-37553FBE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945CC-F7A7-03CE-98DC-07E2DC4D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26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9908A-71CE-0726-CB0A-81E5C0B12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D76A6-DCD5-8DE0-2B7C-505E9CAE1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9CD4E-A150-0D5F-A207-2626F31E3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B7A74-0310-42ED-A14C-5C8E30D9B4E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F91A6-1072-0E75-9FAC-66AA91BDF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9D373-8B57-C3AF-EDA1-155250AC2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DFF09-A456-4AC2-9828-CC81E7997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4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E9BCA5-CC9A-9E01-E5C9-7D76D430A265}"/>
              </a:ext>
            </a:extLst>
          </p:cNvPr>
          <p:cNvSpPr txBox="1"/>
          <p:nvPr/>
        </p:nvSpPr>
        <p:spPr>
          <a:xfrm>
            <a:off x="0" y="1437826"/>
            <a:ext cx="121920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1</a:t>
            </a:r>
            <a:endParaRPr lang="en-US" sz="23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6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51298-B0DD-5027-4F39-74994B5B6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6046FA-831A-47E3-09DA-3C710892D036}"/>
              </a:ext>
            </a:extLst>
          </p:cNvPr>
          <p:cNvSpPr txBox="1"/>
          <p:nvPr/>
        </p:nvSpPr>
        <p:spPr>
          <a:xfrm>
            <a:off x="0" y="1437826"/>
            <a:ext cx="121920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2</a:t>
            </a:r>
            <a:endParaRPr lang="en-US" sz="23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03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7800-A529-CDE5-53AB-20669598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641B8-098C-62F5-4D3D-6997F4E942FF}"/>
              </a:ext>
            </a:extLst>
          </p:cNvPr>
          <p:cNvSpPr txBox="1"/>
          <p:nvPr/>
        </p:nvSpPr>
        <p:spPr>
          <a:xfrm>
            <a:off x="0" y="1437826"/>
            <a:ext cx="121920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3</a:t>
            </a:r>
            <a:endParaRPr lang="en-US" sz="23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9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418CF-6A4C-1BAA-0AF5-7EF5AD1F7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17B6D5-AAC7-5F17-4D0B-1308705A1439}"/>
              </a:ext>
            </a:extLst>
          </p:cNvPr>
          <p:cNvSpPr txBox="1"/>
          <p:nvPr/>
        </p:nvSpPr>
        <p:spPr>
          <a:xfrm>
            <a:off x="0" y="1437826"/>
            <a:ext cx="121920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4</a:t>
            </a:r>
            <a:endParaRPr lang="en-US" sz="23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852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56718-4A49-B698-4189-11542AF5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4EF39-AB5B-4FBD-9219-25D4F5A51392}"/>
              </a:ext>
            </a:extLst>
          </p:cNvPr>
          <p:cNvSpPr txBox="1"/>
          <p:nvPr/>
        </p:nvSpPr>
        <p:spPr>
          <a:xfrm>
            <a:off x="0" y="1437826"/>
            <a:ext cx="121920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5</a:t>
            </a:r>
            <a:endParaRPr lang="en-US" sz="23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063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Shariful Islam</dc:creator>
  <cp:lastModifiedBy>Shariful Islam</cp:lastModifiedBy>
  <cp:revision>5</cp:revision>
  <dcterms:created xsi:type="dcterms:W3CDTF">2026-01-06T07:16:04Z</dcterms:created>
  <dcterms:modified xsi:type="dcterms:W3CDTF">2026-01-06T07:20:45Z</dcterms:modified>
</cp:coreProperties>
</file>